
<file path=[Content_Types].xml><?xml version="1.0" encoding="utf-8"?>
<Types xmlns="http://schemas.openxmlformats.org/package/2006/content-types"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3"/>
  </p:notesMasterIdLst>
  <p:handoutMasterIdLst>
    <p:handoutMasterId r:id="rId14"/>
  </p:handoutMasterIdLst>
  <p:sldIdLst>
    <p:sldId id="256" r:id="rId5"/>
    <p:sldId id="278" r:id="rId6"/>
    <p:sldId id="258" r:id="rId7"/>
    <p:sldId id="281" r:id="rId8"/>
    <p:sldId id="287" r:id="rId9"/>
    <p:sldId id="289" r:id="rId10"/>
    <p:sldId id="288" r:id="rId11"/>
    <p:sldId id="290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9898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0655" autoAdjust="0"/>
  </p:normalViewPr>
  <p:slideViewPr>
    <p:cSldViewPr snapToGrid="0">
      <p:cViewPr varScale="1">
        <p:scale>
          <a:sx n="133" d="100"/>
          <a:sy n="133" d="100"/>
        </p:scale>
        <p:origin x="132" y="366"/>
      </p:cViewPr>
      <p:guideLst/>
    </p:cSldViewPr>
  </p:slideViewPr>
  <p:outlineViewPr>
    <p:cViewPr>
      <p:scale>
        <a:sx n="33" d="100"/>
        <a:sy n="33" d="100"/>
      </p:scale>
      <p:origin x="0" y="-288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3403" y="29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E7F456E-01A6-4013-ACA5-F5492591A24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4983A3-9B9B-4D61-97C9-B9E239A3159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6F32FC-4BD9-442A-A8C6-51598C909FE3}" type="datetimeFigureOut">
              <a:rPr lang="en-US" smtClean="0"/>
              <a:t>5/7/2026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EEABE74-7A97-4D17-8390-42ADD25C33C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2C1DBD-1052-425E-BF3C-983304BED5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EEFA9E-C190-4F5C-8394-BD5F1CD55C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480191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6371FA-A98D-41E8-93F4-09945841298A}" type="datetimeFigureOut">
              <a:rPr lang="en-US" smtClean="0"/>
              <a:t>5/7/2026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289C57-55D7-40A4-A101-E74FAC7A092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9902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81288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25226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39544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53268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41918" y="3329790"/>
            <a:ext cx="4941771" cy="3200400"/>
          </a:xfrm>
        </p:spPr>
        <p:txBody>
          <a:bodyPr anchor="ctr">
            <a:noAutofit/>
          </a:bodyPr>
          <a:lstStyle>
            <a:lvl1pPr algn="l">
              <a:defRPr sz="3600" spc="150" baseline="0"/>
            </a:lvl1pPr>
          </a:lstStyle>
          <a:p>
            <a:r>
              <a:rPr lang="en-US" dirty="0"/>
              <a:t>CLICK TO add title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04F1E16-9A84-4D0E-9706-79C396AF6A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9358" t="23650" b="-1"/>
          <a:stretch/>
        </p:blipFill>
        <p:spPr>
          <a:xfrm>
            <a:off x="0" y="0"/>
            <a:ext cx="9488312" cy="5054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68265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D514C6BF-376E-43E8-881D-2E76742699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8301" r="28341" b="23071"/>
          <a:stretch/>
        </p:blipFill>
        <p:spPr>
          <a:xfrm>
            <a:off x="4229100" y="0"/>
            <a:ext cx="7962901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F0A9B92-C2D0-466A-A680-A35832C452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33500" y="1020445"/>
            <a:ext cx="2895600" cy="1325563"/>
          </a:xfrm>
        </p:spPr>
        <p:txBody>
          <a:bodyPr anchor="b">
            <a:normAutofit/>
          </a:bodyPr>
          <a:lstStyle>
            <a:lvl1pPr>
              <a:defRPr sz="2800" spc="1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A41CE6-5A88-4C5C-B2A4-6A5D2153B16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333500" y="2674013"/>
            <a:ext cx="2895600" cy="3269589"/>
          </a:xfrm>
        </p:spPr>
        <p:txBody>
          <a:bodyPr>
            <a:normAutofit/>
          </a:bodyPr>
          <a:lstStyle>
            <a:lvl1pPr marL="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27F11D-8AF8-44D6-A48B-D8C7779B8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335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8C0879-6B0F-4AF6-A997-EC61DA896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21249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487018"/>
            <a:ext cx="4179570" cy="3377354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A96E214-6A61-C8A7-B1DB-C8C260C134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6557818" cy="6858000"/>
            <a:chOff x="0" y="0"/>
            <a:chExt cx="4762501" cy="5186363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18BC1BC-99D6-D9F4-19F9-AAE722E2AE61}"/>
                </a:ext>
              </a:extLst>
            </p:cNvPr>
            <p:cNvCxnSpPr>
              <a:cxnSpLocks/>
            </p:cNvCxnSpPr>
            <p:nvPr userDrawn="1"/>
          </p:nvCxnSpPr>
          <p:spPr>
            <a:xfrm flipH="1" flipV="1">
              <a:off x="0" y="876300"/>
              <a:ext cx="4762500" cy="162877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6816F797-248B-2C75-29B9-DB65A809D47B}"/>
                </a:ext>
              </a:extLst>
            </p:cNvPr>
            <p:cNvCxnSpPr>
              <a:cxnSpLocks/>
            </p:cNvCxnSpPr>
            <p:nvPr userDrawn="1"/>
          </p:nvCxnSpPr>
          <p:spPr>
            <a:xfrm flipH="1" flipV="1">
              <a:off x="2638425" y="0"/>
              <a:ext cx="2124076" cy="518636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82501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487680"/>
            <a:ext cx="4179570" cy="3376691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D8E94DD-0F7B-3F92-58EA-5F06D557BF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990667" y="0"/>
            <a:ext cx="1126278" cy="251229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419F5397-34DB-BC88-ADF5-AA470A06FE5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-5080"/>
            <a:ext cx="6576291" cy="6872605"/>
          </a:xfrm>
          <a:custGeom>
            <a:avLst/>
            <a:gdLst>
              <a:gd name="connsiteX0" fmla="*/ 0 w 6576291"/>
              <a:gd name="connsiteY0" fmla="*/ 0 h 6867525"/>
              <a:gd name="connsiteX1" fmla="*/ 6576291 w 6576291"/>
              <a:gd name="connsiteY1" fmla="*/ 0 h 6867525"/>
              <a:gd name="connsiteX2" fmla="*/ 6576291 w 6576291"/>
              <a:gd name="connsiteY2" fmla="*/ 6867525 h 6867525"/>
              <a:gd name="connsiteX3" fmla="*/ 0 w 6576291"/>
              <a:gd name="connsiteY3" fmla="*/ 6867525 h 6867525"/>
              <a:gd name="connsiteX4" fmla="*/ 0 w 6576291"/>
              <a:gd name="connsiteY4" fmla="*/ 0 h 6867525"/>
              <a:gd name="connsiteX0" fmla="*/ 0 w 6576291"/>
              <a:gd name="connsiteY0" fmla="*/ 5080 h 6872605"/>
              <a:gd name="connsiteX1" fmla="*/ 3604491 w 6576291"/>
              <a:gd name="connsiteY1" fmla="*/ 0 h 6872605"/>
              <a:gd name="connsiteX2" fmla="*/ 6576291 w 6576291"/>
              <a:gd name="connsiteY2" fmla="*/ 6872605 h 6872605"/>
              <a:gd name="connsiteX3" fmla="*/ 0 w 6576291"/>
              <a:gd name="connsiteY3" fmla="*/ 6872605 h 6872605"/>
              <a:gd name="connsiteX4" fmla="*/ 0 w 6576291"/>
              <a:gd name="connsiteY4" fmla="*/ 5080 h 6872605"/>
              <a:gd name="connsiteX0" fmla="*/ 0 w 6576291"/>
              <a:gd name="connsiteY0" fmla="*/ 0 h 6867525"/>
              <a:gd name="connsiteX1" fmla="*/ 3624811 w 6576291"/>
              <a:gd name="connsiteY1" fmla="*/ 10160 h 6867525"/>
              <a:gd name="connsiteX2" fmla="*/ 6576291 w 6576291"/>
              <a:gd name="connsiteY2" fmla="*/ 6867525 h 6867525"/>
              <a:gd name="connsiteX3" fmla="*/ 0 w 6576291"/>
              <a:gd name="connsiteY3" fmla="*/ 6867525 h 6867525"/>
              <a:gd name="connsiteX4" fmla="*/ 0 w 6576291"/>
              <a:gd name="connsiteY4" fmla="*/ 0 h 6867525"/>
              <a:gd name="connsiteX0" fmla="*/ 0 w 6576291"/>
              <a:gd name="connsiteY0" fmla="*/ 5080 h 6872605"/>
              <a:gd name="connsiteX1" fmla="*/ 3629891 w 6576291"/>
              <a:gd name="connsiteY1" fmla="*/ 0 h 6872605"/>
              <a:gd name="connsiteX2" fmla="*/ 6576291 w 6576291"/>
              <a:gd name="connsiteY2" fmla="*/ 6872605 h 6872605"/>
              <a:gd name="connsiteX3" fmla="*/ 0 w 6576291"/>
              <a:gd name="connsiteY3" fmla="*/ 6872605 h 6872605"/>
              <a:gd name="connsiteX4" fmla="*/ 0 w 6576291"/>
              <a:gd name="connsiteY4" fmla="*/ 5080 h 6872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76291" h="6872605">
                <a:moveTo>
                  <a:pt x="0" y="5080"/>
                </a:moveTo>
                <a:lnTo>
                  <a:pt x="3629891" y="0"/>
                </a:lnTo>
                <a:lnTo>
                  <a:pt x="6576291" y="6872605"/>
                </a:lnTo>
                <a:lnTo>
                  <a:pt x="0" y="6872605"/>
                </a:lnTo>
                <a:lnTo>
                  <a:pt x="0" y="5080"/>
                </a:lnTo>
                <a:close/>
              </a:path>
            </a:pathLst>
          </a:custGeom>
        </p:spPr>
        <p:txBody>
          <a:bodyPr lIns="182880" tIns="182880" bIns="91440">
            <a:norm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40186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22318" y="268360"/>
            <a:ext cx="7288282" cy="2121177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EAC9D25F-5B3D-F5B2-5D02-C6BC6AA8987B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322388" y="2763078"/>
            <a:ext cx="7288212" cy="340705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1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8E16CF1-2502-F2F0-2C27-2DD7979033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9096374" y="-25401"/>
            <a:ext cx="3095625" cy="6883401"/>
            <a:chOff x="9096375" y="-25401"/>
            <a:chExt cx="3095625" cy="6883401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322A6FB-333C-65AE-23D8-08BCEA174D43}"/>
                </a:ext>
              </a:extLst>
            </p:cNvPr>
            <p:cNvCxnSpPr/>
            <p:nvPr userDrawn="1"/>
          </p:nvCxnSpPr>
          <p:spPr>
            <a:xfrm>
              <a:off x="9096375" y="1497012"/>
              <a:ext cx="30956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62BB247-4598-A983-DEBF-6F042C1DB0BC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9381744" y="-25401"/>
              <a:ext cx="2810256" cy="688340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4E84FEE-D475-A71D-7996-5925602ECF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10800000" flipH="1">
            <a:off x="-1" y="-25403"/>
            <a:ext cx="1210573" cy="204816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7459776D-4049-CB00-C321-0627C169BC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335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EDE114AF-34C6-A062-7340-858BC27DA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97359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406400"/>
            <a:ext cx="4179570" cy="3457971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E045004-3604-59DC-13E0-7A0B2DF78C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828675"/>
            <a:ext cx="5876925" cy="520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03296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955F7B05-9431-1FBA-415D-6CF2DF562B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39434" t="20278" b="22673"/>
          <a:stretch/>
        </p:blipFill>
        <p:spPr>
          <a:xfrm>
            <a:off x="25785" y="0"/>
            <a:ext cx="4093633" cy="391239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3700" y="568961"/>
            <a:ext cx="8420100" cy="1780860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933700" y="2797255"/>
            <a:ext cx="3924300" cy="464499"/>
          </a:xfrm>
        </p:spPr>
        <p:txBody>
          <a:bodyPr anchor="t">
            <a:norm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07FF22E3-5928-787E-B062-FA18127D3BD9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2933700" y="3251596"/>
            <a:ext cx="3943627" cy="3234264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7410173" y="2797255"/>
            <a:ext cx="3943627" cy="464499"/>
          </a:xfrm>
        </p:spPr>
        <p:txBody>
          <a:bodyPr anchor="t">
            <a:norm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178E4D0B-96F1-45F3-6B2A-5FA31A37257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7410173" y="3251595"/>
            <a:ext cx="3943627" cy="3234264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5F41582C-9AD2-F126-40F3-D43E77D158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96926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341F76B1-7BEF-7A88-1394-1164BFF08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0127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41120" y="558801"/>
            <a:ext cx="9953308" cy="1780860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A217F83-0BDB-C70B-29FE-2651DE1915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4429817" y="0"/>
            <a:ext cx="7762183" cy="2754814"/>
            <a:chOff x="7334250" y="0"/>
            <a:chExt cx="4857750" cy="1724025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0C62368-3F79-C078-7086-B23D2F5A09F8}"/>
                </a:ext>
              </a:extLst>
            </p:cNvPr>
            <p:cNvCxnSpPr/>
            <p:nvPr userDrawn="1"/>
          </p:nvCxnSpPr>
          <p:spPr>
            <a:xfrm flipH="1" flipV="1">
              <a:off x="7334250" y="0"/>
              <a:ext cx="4857750" cy="762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609BDD71-BF2E-BDB0-A625-D8371AEA1CA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1487150" y="0"/>
              <a:ext cx="704850" cy="172402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83354B96-CD25-BE1C-8CA2-3825F820B75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341120" y="2960877"/>
            <a:ext cx="2722880" cy="35128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CDD81865-54C7-7674-4B2E-041D05C1D146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1341120" y="3392035"/>
            <a:ext cx="2722880" cy="2907164"/>
          </a:xfrm>
        </p:spPr>
        <p:txBody>
          <a:bodyPr tIns="0">
            <a:normAutofit/>
          </a:bodyPr>
          <a:lstStyle>
            <a:lvl1pPr marL="283464" indent="-283464">
              <a:lnSpc>
                <a:spcPct val="100000"/>
              </a:lnSpc>
              <a:buFont typeface="+mj-lt"/>
              <a:buAutoNum type="arabicPeriod"/>
              <a:defRPr sz="1800" b="0" spc="50" baseline="0"/>
            </a:lvl1pPr>
            <a:lvl2pPr marL="566928" indent="-342900">
              <a:lnSpc>
                <a:spcPct val="100000"/>
              </a:lnSpc>
              <a:spcBef>
                <a:spcPts val="1000"/>
              </a:spcBef>
              <a:buFont typeface="+mj-lt"/>
              <a:buAutoNum type="alphaLcPeriod"/>
              <a:defRPr sz="1800" spc="50" baseline="0"/>
            </a:lvl2pPr>
            <a:lvl3pPr marL="850392" indent="-342900">
              <a:lnSpc>
                <a:spcPct val="100000"/>
              </a:lnSpc>
              <a:spcBef>
                <a:spcPts val="1000"/>
              </a:spcBef>
              <a:buFont typeface="+mj-lt"/>
              <a:buAutoNum type="arabicParenR"/>
              <a:defRPr sz="1800" spc="50" baseline="0"/>
            </a:lvl3pPr>
            <a:lvl4pPr marL="1042416" indent="-342900">
              <a:lnSpc>
                <a:spcPct val="100000"/>
              </a:lnSpc>
              <a:spcBef>
                <a:spcPts val="1000"/>
              </a:spcBef>
              <a:buFont typeface="+mj-lt"/>
              <a:buAutoNum type="alphaLcParenR"/>
              <a:defRPr sz="1800" spc="50" baseline="0"/>
            </a:lvl4pPr>
            <a:lvl5pPr marL="1074420" indent="-400050">
              <a:lnSpc>
                <a:spcPct val="100000"/>
              </a:lnSpc>
              <a:spcBef>
                <a:spcPts val="1000"/>
              </a:spcBef>
              <a:buFont typeface="+mj-lt"/>
              <a:buAutoNum type="romanLcPeriod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F39BA57-7F1C-623F-BC7F-B689C5AC33EA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4754881" y="2960877"/>
            <a:ext cx="5516880" cy="35128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94BF07A4-5A33-0B3C-A378-AB2435F1D5F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4754881" y="3324859"/>
            <a:ext cx="5506720" cy="3031489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Footer Placeholder 4">
            <a:extLst>
              <a:ext uri="{FF2B5EF4-FFF2-40B4-BE49-F238E27FC236}">
                <a16:creationId xmlns:a16="http://schemas.microsoft.com/office/drawing/2014/main" id="{63DC63A6-41FE-6C2D-9A53-0AE4A6DBF39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3335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0B5130EC-B05B-5489-FBEC-DBEB6D1E737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20855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B2CC92D-F90A-CB67-4860-D6939AC295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3094182" y="0"/>
            <a:ext cx="1745673" cy="389774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76874" y="1671639"/>
            <a:ext cx="5884027" cy="1204912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4C376638-5C5B-8E5B-0C26-8F63B98EA41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28230" y="-9144"/>
            <a:ext cx="5481955" cy="6876288"/>
          </a:xfrm>
          <a:custGeom>
            <a:avLst/>
            <a:gdLst>
              <a:gd name="connsiteX0" fmla="*/ 0 w 5476875"/>
              <a:gd name="connsiteY0" fmla="*/ 0 h 6858000"/>
              <a:gd name="connsiteX1" fmla="*/ 5476875 w 5476875"/>
              <a:gd name="connsiteY1" fmla="*/ 0 h 6858000"/>
              <a:gd name="connsiteX2" fmla="*/ 5476875 w 5476875"/>
              <a:gd name="connsiteY2" fmla="*/ 6858000 h 6858000"/>
              <a:gd name="connsiteX3" fmla="*/ 0 w 5476875"/>
              <a:gd name="connsiteY3" fmla="*/ 6858000 h 6858000"/>
              <a:gd name="connsiteX4" fmla="*/ 0 w 5476875"/>
              <a:gd name="connsiteY4" fmla="*/ 0 h 6858000"/>
              <a:gd name="connsiteX0" fmla="*/ 0 w 5476875"/>
              <a:gd name="connsiteY0" fmla="*/ 0 h 6858000"/>
              <a:gd name="connsiteX1" fmla="*/ 2520315 w 5476875"/>
              <a:gd name="connsiteY1" fmla="*/ 0 h 6858000"/>
              <a:gd name="connsiteX2" fmla="*/ 5476875 w 5476875"/>
              <a:gd name="connsiteY2" fmla="*/ 6858000 h 6858000"/>
              <a:gd name="connsiteX3" fmla="*/ 0 w 5476875"/>
              <a:gd name="connsiteY3" fmla="*/ 6858000 h 6858000"/>
              <a:gd name="connsiteX4" fmla="*/ 0 w 5476875"/>
              <a:gd name="connsiteY4" fmla="*/ 0 h 6858000"/>
              <a:gd name="connsiteX0" fmla="*/ 5080 w 5481955"/>
              <a:gd name="connsiteY0" fmla="*/ 0 h 6858000"/>
              <a:gd name="connsiteX1" fmla="*/ 2525395 w 5481955"/>
              <a:gd name="connsiteY1" fmla="*/ 0 h 6858000"/>
              <a:gd name="connsiteX2" fmla="*/ 5481955 w 5481955"/>
              <a:gd name="connsiteY2" fmla="*/ 6858000 h 6858000"/>
              <a:gd name="connsiteX3" fmla="*/ 5080 w 5481955"/>
              <a:gd name="connsiteY3" fmla="*/ 6858000 h 6858000"/>
              <a:gd name="connsiteX4" fmla="*/ 0 w 5481955"/>
              <a:gd name="connsiteY4" fmla="*/ 4805680 h 6858000"/>
              <a:gd name="connsiteX5" fmla="*/ 5080 w 5481955"/>
              <a:gd name="connsiteY5" fmla="*/ 0 h 685800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805680 h 6863080"/>
              <a:gd name="connsiteX5" fmla="*/ 5080 w 5481955"/>
              <a:gd name="connsiteY5" fmla="*/ 0 h 686308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805680 h 6863080"/>
              <a:gd name="connsiteX5" fmla="*/ 5080 w 5481955"/>
              <a:gd name="connsiteY5" fmla="*/ 0 h 686308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805680 h 6863080"/>
              <a:gd name="connsiteX5" fmla="*/ 5080 w 5481955"/>
              <a:gd name="connsiteY5" fmla="*/ 0 h 686308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759960 h 6863080"/>
              <a:gd name="connsiteX5" fmla="*/ 5080 w 5481955"/>
              <a:gd name="connsiteY5" fmla="*/ 0 h 686308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759960 h 6863080"/>
              <a:gd name="connsiteX5" fmla="*/ 5080 w 5481955"/>
              <a:gd name="connsiteY5" fmla="*/ 0 h 6863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81955" h="6863080">
                <a:moveTo>
                  <a:pt x="5080" y="0"/>
                </a:moveTo>
                <a:lnTo>
                  <a:pt x="2525395" y="0"/>
                </a:lnTo>
                <a:lnTo>
                  <a:pt x="5481955" y="6858000"/>
                </a:lnTo>
                <a:lnTo>
                  <a:pt x="899160" y="6863080"/>
                </a:lnTo>
                <a:cubicBezTo>
                  <a:pt x="506307" y="5933440"/>
                  <a:pt x="413173" y="5720080"/>
                  <a:pt x="0" y="4759960"/>
                </a:cubicBezTo>
                <a:cubicBezTo>
                  <a:pt x="1693" y="3158067"/>
                  <a:pt x="3387" y="1601893"/>
                  <a:pt x="5080" y="0"/>
                </a:cubicBezTo>
                <a:close/>
              </a:path>
            </a:pathLst>
          </a:custGeom>
        </p:spPr>
        <p:txBody>
          <a:bodyPr lIns="274320" tIns="91440" bIns="91440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04569D00-2037-2A8D-943B-22FAC1C0B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255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75967A9D-0B53-4F3F-0872-495C23A33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643B0E9A-A777-8745-6A36-0A79CB5E036B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5453725" y="3660774"/>
            <a:ext cx="5907176" cy="2536826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5214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177805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1" y="895350"/>
            <a:ext cx="3247662" cy="1917700"/>
          </a:xfrm>
        </p:spPr>
        <p:txBody>
          <a:bodyPr>
            <a:normAutofit/>
          </a:bodyPr>
          <a:lstStyle>
            <a:lvl1pPr algn="l">
              <a:defRPr lang="en-US" sz="24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A14C3057-3BCC-F9A2-98D8-17DDB36F1823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838200" y="2813049"/>
            <a:ext cx="3247662" cy="3238499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5214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C3975522-461E-4D79-B5B9-BF9471B54688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4216396" y="895927"/>
            <a:ext cx="7137404" cy="5115889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F91997C-538B-C8B9-14D7-31A1932F69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1615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1F777EF4-982E-9337-7E82-31DC723C1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34303BA-AFB6-0E22-486F-785994E3B7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2327564" cy="1505528"/>
            <a:chOff x="0" y="0"/>
            <a:chExt cx="2238376" cy="3105150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66E3A08-02EB-7B54-5089-E7A7F19FD725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0"/>
              <a:ext cx="1238250" cy="310515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14F9BE5-00B2-ADDF-771C-AB098B36C82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0"/>
              <a:ext cx="2238376" cy="24765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2808163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37192"/>
            <a:ext cx="5655197" cy="1997867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2705177"/>
            <a:ext cx="5733772" cy="448990"/>
          </a:xfrm>
        </p:spPr>
        <p:txBody>
          <a:bodyPr anchor="ctr">
            <a:no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838199" y="3154166"/>
            <a:ext cx="5733773" cy="3032733"/>
          </a:xfrm>
        </p:spPr>
        <p:txBody>
          <a:bodyPr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1pPr>
            <a:lvl2pPr marL="7429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2pPr>
            <a:lvl3pPr marL="12001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3pPr>
            <a:lvl4pPr marL="16573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4pPr>
            <a:lvl5pPr marL="21145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7887108" y="2705177"/>
            <a:ext cx="3943627" cy="448989"/>
          </a:xfrm>
        </p:spPr>
        <p:txBody>
          <a:bodyPr anchor="ctr">
            <a:no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0120DFF5-B64A-9744-4500-1D7BBA19BF1C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7887107" y="3164867"/>
            <a:ext cx="3943627" cy="3032733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5214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43986" y="6356350"/>
            <a:ext cx="4114800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E0588715-35AD-8BE1-A5FC-E28BDD3854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8645" t="319" r="28732" b="73496"/>
          <a:stretch/>
        </p:blipFill>
        <p:spPr>
          <a:xfrm rot="10800000" flipH="1">
            <a:off x="6308436" y="-11"/>
            <a:ext cx="5883564" cy="2366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24519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544E9C70-0200-3C21-7766-CB9EA5FBFA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2590800" cy="1027906"/>
            <a:chOff x="0" y="0"/>
            <a:chExt cx="2590800" cy="1027906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D5E4B16-2071-DEE9-BE53-F35AFBEFCA57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0" y="0"/>
              <a:ext cx="2590800" cy="762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CB2B071-0355-D550-18A8-9D515CA16987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0"/>
              <a:ext cx="704850" cy="102790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53550"/>
            <a:ext cx="10515600" cy="1325563"/>
          </a:xfrm>
        </p:spPr>
        <p:txBody>
          <a:bodyPr anchor="b">
            <a:normAutofit/>
          </a:bodyPr>
          <a:lstStyle>
            <a:lvl1pPr algn="ctr"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C3975522-461E-4D79-B5B9-BF9471B54688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838200" y="2111381"/>
            <a:ext cx="10515600" cy="3570963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BFB554B2-4C33-2975-9F27-94B8AE71DF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03C6776-E983-2BA3-1054-75996FE0F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068003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losing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267200" y="1615736"/>
            <a:ext cx="4179570" cy="1524735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267200" y="3238103"/>
            <a:ext cx="4179570" cy="2850181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buNone/>
              <a:defRPr sz="1800" spc="5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D3361C9-310A-4255-A94E-B77588962D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3176938" cy="6858000"/>
          </a:xfrm>
          <a:prstGeom prst="rect">
            <a:avLst/>
          </a:prstGeom>
        </p:spPr>
      </p:pic>
      <p:sp>
        <p:nvSpPr>
          <p:cNvPr id="10" name="Footer Placeholder 7">
            <a:extLst>
              <a:ext uri="{FF2B5EF4-FFF2-40B4-BE49-F238E27FC236}">
                <a16:creationId xmlns:a16="http://schemas.microsoft.com/office/drawing/2014/main" id="{6026D44C-0B39-4DE1-A0FC-5615DDAAE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356350"/>
            <a:ext cx="4179570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1" name="Slide Number Placeholder 8">
            <a:extLst>
              <a:ext uri="{FF2B5EF4-FFF2-40B4-BE49-F238E27FC236}">
                <a16:creationId xmlns:a16="http://schemas.microsoft.com/office/drawing/2014/main" id="{0F8222B4-B618-42C4-8BDB-D2E4DF2F2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11404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4C17E5-24ED-44BC-BA50-02EF9035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33D101-3AF0-4F06-90ED-B83615C36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AE9FDE-AF95-49F8-A927-35A23C9E65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2E900D-8FF9-4E80-860D-89C2D3B4E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A66A0C-1415-46A3-A1FF-BE18C70873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9DFD55-3C28-40EF-9E31-A92D2E4017F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90612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9" r:id="rId3"/>
    <p:sldLayoutId id="2147483670" r:id="rId4"/>
    <p:sldLayoutId id="2147483651" r:id="rId5"/>
    <p:sldLayoutId id="2147483671" r:id="rId6"/>
    <p:sldLayoutId id="2147483672" r:id="rId7"/>
    <p:sldLayoutId id="2147483673" r:id="rId8"/>
    <p:sldLayoutId id="2147483664" r:id="rId9"/>
    <p:sldLayoutId id="2147483674" r:id="rId10"/>
    <p:sldLayoutId id="2147483653" r:id="rId11"/>
    <p:sldLayoutId id="2147483667" r:id="rId12"/>
    <p:sldLayoutId id="2147483665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75451-6A4B-484B-9ED1-353CCE25B0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41918" y="3329790"/>
            <a:ext cx="4941771" cy="3200400"/>
          </a:xfrm>
        </p:spPr>
        <p:txBody>
          <a:bodyPr anchor="ctr"/>
          <a:lstStyle/>
          <a:p>
            <a:r>
              <a:rPr lang="en-US" dirty="0"/>
              <a:t>Process Query Engine</a:t>
            </a:r>
            <a:br>
              <a:rPr lang="en-US" dirty="0"/>
            </a:b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1956B12-FF3E-EE9A-B1C1-AE73438E9CE0}"/>
              </a:ext>
            </a:extLst>
          </p:cNvPr>
          <p:cNvSpPr txBox="1"/>
          <p:nvPr/>
        </p:nvSpPr>
        <p:spPr>
          <a:xfrm>
            <a:off x="6566400" y="5292000"/>
            <a:ext cx="380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By Amaan Rajguru, Jack Bulas</a:t>
            </a:r>
          </a:p>
        </p:txBody>
      </p:sp>
    </p:spTree>
    <p:extLst>
      <p:ext uri="{BB962C8B-B14F-4D97-AF65-F5344CB8AC3E}">
        <p14:creationId xmlns:p14="http://schemas.microsoft.com/office/powerpoint/2010/main" val="25860588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8DBD1-DB29-D44F-FD5A-3071BB37EF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91350" y="487018"/>
            <a:ext cx="4179570" cy="3377354"/>
          </a:xfrm>
        </p:spPr>
        <p:txBody>
          <a:bodyPr/>
          <a:lstStyle/>
          <a:p>
            <a:r>
              <a:rPr lang="en-US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6087961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2731C-311B-46F7-A865-6C3AF6B09A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brains behind the Brawns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5232F9-FD00-464A-9F17-619C91AEF8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Key Goals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User gives Input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Processed into tokens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Tokens are processed into actions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User gets Action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ECE635A2-70B8-3EAB-6A18-952B02EBA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3</a:t>
            </a:fld>
            <a:endParaRPr lang="en-US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62F40E6-F3CC-F58C-5F96-4D5233F45C7E}"/>
              </a:ext>
            </a:extLst>
          </p:cNvPr>
          <p:cNvCxnSpPr>
            <a:cxnSpLocks/>
            <a:stCxn id="31" idx="3"/>
            <a:endCxn id="7" idx="2"/>
          </p:cNvCxnSpPr>
          <p:nvPr/>
        </p:nvCxnSpPr>
        <p:spPr>
          <a:xfrm>
            <a:off x="7183200" y="1015200"/>
            <a:ext cx="15432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AF5575F-75EA-4403-C3AB-6230D40AD3AC}"/>
              </a:ext>
            </a:extLst>
          </p:cNvPr>
          <p:cNvSpPr/>
          <p:nvPr/>
        </p:nvSpPr>
        <p:spPr>
          <a:xfrm>
            <a:off x="8726400" y="169200"/>
            <a:ext cx="1843200" cy="1692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035D30A6-1648-59E3-1BDB-CC1FBFE887CA}"/>
              </a:ext>
            </a:extLst>
          </p:cNvPr>
          <p:cNvSpPr/>
          <p:nvPr/>
        </p:nvSpPr>
        <p:spPr>
          <a:xfrm>
            <a:off x="7394400" y="2346006"/>
            <a:ext cx="1519200" cy="14915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1128D1FA-4A2D-DDCC-279F-E57DCF0C654C}"/>
              </a:ext>
            </a:extLst>
          </p:cNvPr>
          <p:cNvSpPr/>
          <p:nvPr/>
        </p:nvSpPr>
        <p:spPr>
          <a:xfrm>
            <a:off x="9841702" y="2346007"/>
            <a:ext cx="1519200" cy="14915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AFA0AC4-2CDD-A966-264F-D43463F62545}"/>
              </a:ext>
            </a:extLst>
          </p:cNvPr>
          <p:cNvSpPr/>
          <p:nvPr/>
        </p:nvSpPr>
        <p:spPr>
          <a:xfrm>
            <a:off x="5008800" y="4701605"/>
            <a:ext cx="2174400" cy="12419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89D7E9A-90A7-3C13-20AA-FB837764E79C}"/>
              </a:ext>
            </a:extLst>
          </p:cNvPr>
          <p:cNvCxnSpPr>
            <a:cxnSpLocks/>
            <a:stCxn id="7" idx="3"/>
            <a:endCxn id="9" idx="0"/>
          </p:cNvCxnSpPr>
          <p:nvPr/>
        </p:nvCxnSpPr>
        <p:spPr>
          <a:xfrm flipH="1">
            <a:off x="8154000" y="1613412"/>
            <a:ext cx="842330" cy="7325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2FC361A-0420-5B0A-46FA-3FE1B535C0C6}"/>
              </a:ext>
            </a:extLst>
          </p:cNvPr>
          <p:cNvCxnSpPr>
            <a:cxnSpLocks/>
            <a:stCxn id="7" idx="5"/>
            <a:endCxn id="10" idx="0"/>
          </p:cNvCxnSpPr>
          <p:nvPr/>
        </p:nvCxnSpPr>
        <p:spPr>
          <a:xfrm>
            <a:off x="10299670" y="1613412"/>
            <a:ext cx="301632" cy="7325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044B0D2C-0F0D-6498-E22C-E0B9F17C34DE}"/>
              </a:ext>
            </a:extLst>
          </p:cNvPr>
          <p:cNvCxnSpPr>
            <a:stCxn id="9" idx="4"/>
            <a:endCxn id="11" idx="3"/>
          </p:cNvCxnSpPr>
          <p:nvPr/>
        </p:nvCxnSpPr>
        <p:spPr>
          <a:xfrm rot="5400000">
            <a:off x="6926097" y="4094700"/>
            <a:ext cx="1485007" cy="9708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E0E8F441-37D5-B119-53CB-BC32D2F5D1C1}"/>
              </a:ext>
            </a:extLst>
          </p:cNvPr>
          <p:cNvCxnSpPr>
            <a:cxnSpLocks/>
            <a:stCxn id="10" idx="4"/>
            <a:endCxn id="11" idx="3"/>
          </p:cNvCxnSpPr>
          <p:nvPr/>
        </p:nvCxnSpPr>
        <p:spPr>
          <a:xfrm rot="5400000">
            <a:off x="8149748" y="2871050"/>
            <a:ext cx="1485006" cy="341810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A2ADC66B-20E9-3B6B-D8D8-DF1982253F12}"/>
              </a:ext>
            </a:extLst>
          </p:cNvPr>
          <p:cNvSpPr/>
          <p:nvPr/>
        </p:nvSpPr>
        <p:spPr>
          <a:xfrm>
            <a:off x="5008800" y="394201"/>
            <a:ext cx="2174400" cy="12419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15163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5E2E6A-35EC-1B8E-0FD7-8C67870ACA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3700" y="372140"/>
            <a:ext cx="8420100" cy="1780860"/>
          </a:xfrm>
        </p:spPr>
        <p:txBody>
          <a:bodyPr/>
          <a:lstStyle/>
          <a:p>
            <a:r>
              <a:rPr lang="en-US" dirty="0"/>
              <a:t>Query Structure: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F44A959-C2BB-9170-C99C-1A2EDB71B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5" name="Content Placeholder 34">
            <a:extLst>
              <a:ext uri="{FF2B5EF4-FFF2-40B4-BE49-F238E27FC236}">
                <a16:creationId xmlns:a16="http://schemas.microsoft.com/office/drawing/2014/main" id="{EDBE6233-75E9-40D1-968F-58CA9AD0FF50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2933700" y="2349821"/>
            <a:ext cx="7549500" cy="4136039"/>
          </a:xfrm>
        </p:spPr>
        <p:txBody>
          <a:bodyPr>
            <a:normAutofit/>
          </a:bodyPr>
          <a:lstStyle/>
          <a:p>
            <a:r>
              <a:rPr lang="en-US" dirty="0"/>
              <a:t>SELECT ATTRIBUTE(S):    </a:t>
            </a:r>
          </a:p>
          <a:p>
            <a:r>
              <a:rPr lang="en-US" dirty="0"/>
              <a:t>FROM:</a:t>
            </a:r>
          </a:p>
          <a:p>
            <a:r>
              <a:rPr lang="en-US" dirty="0"/>
              <a:t>WHERE:    </a:t>
            </a:r>
          </a:p>
          <a:p>
            <a:r>
              <a:rPr lang="en-US" dirty="0"/>
              <a:t>NUMBER OF GROUPING VARIABLES(n):    </a:t>
            </a:r>
          </a:p>
          <a:p>
            <a:r>
              <a:rPr lang="en-US" dirty="0"/>
              <a:t>GROUPING ATTRIBUTES(V):    </a:t>
            </a:r>
          </a:p>
          <a:p>
            <a:r>
              <a:rPr lang="en-US" dirty="0"/>
              <a:t>F-VECT([F]):</a:t>
            </a:r>
          </a:p>
          <a:p>
            <a:r>
              <a:rPr lang="en-US" dirty="0"/>
              <a:t>SELECT CONDITION-VECT([</a:t>
            </a:r>
            <a:r>
              <a:rPr lang="el-GR" dirty="0"/>
              <a:t>σ]):</a:t>
            </a:r>
            <a:endParaRPr lang="en-US" dirty="0"/>
          </a:p>
          <a:p>
            <a:r>
              <a:rPr lang="en-US" dirty="0"/>
              <a:t>HAVING_CONDITION(G):</a:t>
            </a:r>
          </a:p>
        </p:txBody>
      </p:sp>
    </p:spTree>
    <p:extLst>
      <p:ext uri="{BB962C8B-B14F-4D97-AF65-F5344CB8AC3E}">
        <p14:creationId xmlns:p14="http://schemas.microsoft.com/office/powerpoint/2010/main" val="1034587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BBBFCE1-CF2C-D025-61FF-603A99A64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 Stack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50CAE42-9734-8964-8A40-34797844D03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C2AED4-F61D-7674-0A42-124FAECEFC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8789ECB-A140-2302-E85D-9BE9AA6A268D}"/>
              </a:ext>
            </a:extLst>
          </p:cNvPr>
          <p:cNvSpPr>
            <a:spLocks noGrp="1"/>
          </p:cNvSpPr>
          <p:nvPr>
            <p:ph sz="half" idx="14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Python: Used to implement the query-processing parser, syntax validation pipeline, helper utilities, and SQL normalization logic. Python was chosen due to its lightweight syntax and strong support for structured string processing.</a:t>
            </a:r>
          </a:p>
          <a:p>
            <a:r>
              <a:rPr lang="en-US" dirty="0" err="1"/>
              <a:t>Dataclasses</a:t>
            </a:r>
            <a:r>
              <a:rPr lang="en-US" dirty="0"/>
              <a:t> Library: Used to model aggregate tokens through structured objects containing grouping variables, aggregation functions, attributes, and normalized SQL representations.</a:t>
            </a:r>
          </a:p>
        </p:txBody>
      </p:sp>
    </p:spTree>
    <p:extLst>
      <p:ext uri="{BB962C8B-B14F-4D97-AF65-F5344CB8AC3E}">
        <p14:creationId xmlns:p14="http://schemas.microsoft.com/office/powerpoint/2010/main" val="30834190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AFBDAA-C8B4-46F5-9884-19C15B728D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Bugs and Errors so far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DEAF9F-362D-32E6-CDB6-58F958F458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73423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E9C4CE-EEB4-4BA7-C219-8F490EFFC3F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Demo Time</a:t>
            </a:r>
          </a:p>
        </p:txBody>
      </p:sp>
    </p:spTree>
    <p:extLst>
      <p:ext uri="{BB962C8B-B14F-4D97-AF65-F5344CB8AC3E}">
        <p14:creationId xmlns:p14="http://schemas.microsoft.com/office/powerpoint/2010/main" val="25136713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12623-7646-70A5-1983-06EA443E1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61CA0EF-192C-A468-9A6D-58F30EA654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A6EA2AD-4304-C831-16D1-C48E08A1B23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38E0DC34-9DFC-2F04-205B-8217310DD7D9}"/>
              </a:ext>
            </a:extLst>
          </p:cNvPr>
          <p:cNvSpPr>
            <a:spLocks noGrp="1"/>
          </p:cNvSpPr>
          <p:nvPr>
            <p:ph sz="half" idx="14"/>
          </p:nvPr>
        </p:nvSpPr>
        <p:spPr/>
        <p:txBody>
          <a:bodyPr/>
          <a:lstStyle/>
          <a:p>
            <a:r>
              <a:rPr lang="en-US" dirty="0"/>
              <a:t>For Future improvements we have such features in mind: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0C01E3-CE51-B37E-504A-7D98F3620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8505780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49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56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ustom" id="{F85C13B5-8B75-4CB8-BA5E-9CAC0747196D}" vid="{617487EE-AB70-4C55-8A81-E6744CC4A2C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CABF691C-888B-4061-8A6F-D5CE84A0254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EDE3176-A15D-46A3-BDDB-64A0D736322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9168DCE-134F-4610-A6AA-88CEBE8D71D2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Minimalist presentation</Template>
  <TotalTime>35</TotalTime>
  <Words>162</Words>
  <Application>Microsoft Office PowerPoint</Application>
  <PresentationFormat>Widescreen</PresentationFormat>
  <Paragraphs>34</Paragraphs>
  <Slides>8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Tenorite</vt:lpstr>
      <vt:lpstr>Custom</vt:lpstr>
      <vt:lpstr>Process Query Engine </vt:lpstr>
      <vt:lpstr>Agenda</vt:lpstr>
      <vt:lpstr>The brains behind the Brawns</vt:lpstr>
      <vt:lpstr>Query Structure:</vt:lpstr>
      <vt:lpstr>Tech Stack</vt:lpstr>
      <vt:lpstr>Bugs and Errors so far</vt:lpstr>
      <vt:lpstr>Demo Time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Amaan Rajguru</dc:creator>
  <cp:lastModifiedBy>Amaan Rajguru</cp:lastModifiedBy>
  <cp:revision>1</cp:revision>
  <dcterms:created xsi:type="dcterms:W3CDTF">2026-05-07T19:25:20Z</dcterms:created>
  <dcterms:modified xsi:type="dcterms:W3CDTF">2026-05-07T20:00:43Z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